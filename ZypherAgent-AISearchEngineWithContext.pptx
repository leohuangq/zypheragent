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4"/>
    <p:restoredTop sz="94517"/>
  </p:normalViewPr>
  <p:slideViewPr>
    <p:cSldViewPr snapToGrid="0" snapToObjects="1">
      <p:cViewPr varScale="1">
        <p:scale>
          <a:sx n="86" d="100"/>
          <a:sy n="86" d="100"/>
        </p:scale>
        <p:origin x="6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85A90-9727-8848-9E06-3E85DEDB5915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B82315-AC50-844D-BDD5-39C220BB2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69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12/24/25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Zypher</a:t>
            </a:r>
            <a:r>
              <a:rPr lang="en-US" dirty="0"/>
              <a:t> </a:t>
            </a:r>
            <a:r>
              <a:rPr lang="en-US" dirty="0"/>
              <a:t>Agent</a:t>
            </a:r>
            <a:br>
              <a:rPr lang="en-US" dirty="0"/>
            </a:br>
            <a:r>
              <a:rPr lang="en-US" sz="2400" dirty="0" smtClean="0"/>
              <a:t>AI </a:t>
            </a:r>
            <a:r>
              <a:rPr lang="en-US" sz="2400" dirty="0"/>
              <a:t>Search Engine with context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Leo</a:t>
            </a:r>
            <a:r>
              <a:rPr lang="en-US" dirty="0" smtClean="0"/>
              <a:t> </a:t>
            </a:r>
            <a:r>
              <a:rPr lang="en-US" dirty="0" smtClean="0"/>
              <a:t>Huang</a:t>
            </a:r>
          </a:p>
          <a:p>
            <a:r>
              <a:rPr lang="en-US" dirty="0" smtClean="0"/>
              <a:t>Dec 23,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643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Product - AI Search Engine with context</a:t>
            </a:r>
          </a:p>
          <a:p>
            <a:r>
              <a:rPr lang="en-US" dirty="0"/>
              <a:t>2. Structure </a:t>
            </a:r>
            <a:endParaRPr lang="en-US" dirty="0" smtClean="0"/>
          </a:p>
          <a:p>
            <a:r>
              <a:rPr lang="en-US" dirty="0" smtClean="0"/>
              <a:t>3</a:t>
            </a:r>
            <a:r>
              <a:rPr lang="en-US" dirty="0"/>
              <a:t>. How to run the </a:t>
            </a:r>
            <a:r>
              <a:rPr lang="en-US" dirty="0" smtClean="0"/>
              <a:t>project</a:t>
            </a:r>
          </a:p>
          <a:p>
            <a:r>
              <a:rPr lang="en-US" dirty="0" smtClean="0"/>
              <a:t>4</a:t>
            </a:r>
            <a:r>
              <a:rPr lang="en-US" dirty="0"/>
              <a:t>. Demo + </a:t>
            </a:r>
            <a:r>
              <a:rPr lang="en-US" dirty="0" smtClean="0"/>
              <a:t>Test</a:t>
            </a:r>
          </a:p>
          <a:p>
            <a:r>
              <a:rPr lang="en-US" dirty="0" smtClean="0"/>
              <a:t>5</a:t>
            </a:r>
            <a:r>
              <a:rPr lang="en-US" dirty="0"/>
              <a:t>. Improvement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69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- </a:t>
            </a:r>
            <a:r>
              <a:rPr lang="en-US" dirty="0"/>
              <a:t>AI model: Claude Anthropic</a:t>
            </a:r>
          </a:p>
          <a:p>
            <a:r>
              <a:rPr lang="en-US" dirty="0"/>
              <a:t>- MCP server for web crawling: </a:t>
            </a:r>
            <a:r>
              <a:rPr lang="en-US" dirty="0" err="1"/>
              <a:t>Firecrawl</a:t>
            </a:r>
            <a:endParaRPr lang="en-US" dirty="0"/>
          </a:p>
          <a:p>
            <a:r>
              <a:rPr lang="en-US" dirty="0"/>
              <a:t>- Backend </a:t>
            </a:r>
            <a:r>
              <a:rPr lang="en-US"/>
              <a:t>- </a:t>
            </a:r>
            <a:r>
              <a:rPr lang="en-US"/>
              <a:t>N</a:t>
            </a:r>
            <a:r>
              <a:rPr lang="en-US" smtClean="0"/>
              <a:t>ode </a:t>
            </a:r>
            <a:r>
              <a:rPr lang="en-US" dirty="0"/>
              <a:t>server + </a:t>
            </a:r>
            <a:r>
              <a:rPr lang="en-US" dirty="0" err="1"/>
              <a:t>Zypher</a:t>
            </a:r>
            <a:r>
              <a:rPr lang="en-US" dirty="0"/>
              <a:t> Agent</a:t>
            </a:r>
          </a:p>
          <a:p>
            <a:r>
              <a:rPr lang="en-US" dirty="0"/>
              <a:t>- Frontend - React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997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 the project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backend command: </a:t>
            </a:r>
            <a:r>
              <a:rPr lang="en-US" dirty="0" err="1"/>
              <a:t>deno</a:t>
            </a:r>
            <a:r>
              <a:rPr lang="en-US" dirty="0"/>
              <a:t> run -A </a:t>
            </a:r>
            <a:r>
              <a:rPr lang="en-US" dirty="0" err="1"/>
              <a:t>main.ts</a:t>
            </a:r>
            <a:endParaRPr lang="en-US" dirty="0"/>
          </a:p>
          <a:p>
            <a:pPr lvl="1"/>
            <a:r>
              <a:rPr lang="en-US" dirty="0" smtClean="0"/>
              <a:t>Server </a:t>
            </a:r>
            <a:r>
              <a:rPr lang="en-US" dirty="0"/>
              <a:t>running on http://localhost:8000</a:t>
            </a:r>
          </a:p>
          <a:p>
            <a:r>
              <a:rPr lang="en-US" dirty="0"/>
              <a:t>- frontend command: </a:t>
            </a:r>
            <a:r>
              <a:rPr lang="en-US" dirty="0" err="1"/>
              <a:t>npm</a:t>
            </a:r>
            <a:r>
              <a:rPr lang="en-US" dirty="0"/>
              <a:t> run start</a:t>
            </a:r>
          </a:p>
          <a:p>
            <a:pPr lvl="1"/>
            <a:r>
              <a:rPr lang="en-US" dirty="0"/>
              <a:t>- View agent-</a:t>
            </a:r>
            <a:r>
              <a:rPr lang="en-US" dirty="0" err="1"/>
              <a:t>ui</a:t>
            </a:r>
            <a:r>
              <a:rPr lang="en-US" dirty="0"/>
              <a:t>-search UI at: http://localhost:3000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989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+ </a:t>
            </a:r>
            <a:r>
              <a:rPr lang="en-US" dirty="0" smtClean="0"/>
              <a:t>Test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backend: Postman POST http://localhost:8000/</a:t>
            </a:r>
            <a:r>
              <a:rPr lang="en-US" dirty="0" err="1"/>
              <a:t>api</a:t>
            </a:r>
            <a:r>
              <a:rPr lang="en-US" dirty="0"/>
              <a:t>/search with JSON body {"query": "xxx"}</a:t>
            </a:r>
          </a:p>
          <a:p>
            <a:r>
              <a:rPr lang="en-US" dirty="0"/>
              <a:t>- frontend: Scenario with different topic and context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540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Account with registration + Conversation session history management</a:t>
            </a:r>
          </a:p>
          <a:p>
            <a:r>
              <a:rPr lang="en-US" dirty="0"/>
              <a:t>- Scale for the server</a:t>
            </a:r>
          </a:p>
          <a:p>
            <a:r>
              <a:rPr lang="en-US" dirty="0"/>
              <a:t>- Integrate with other tools to </a:t>
            </a:r>
            <a:r>
              <a:rPr lang="en-US" dirty="0" smtClean="0"/>
              <a:t>empower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857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Thank You!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Leo</a:t>
            </a:r>
            <a:r>
              <a:rPr lang="en-US" dirty="0" smtClean="0"/>
              <a:t> </a:t>
            </a:r>
            <a:r>
              <a:rPr lang="en-US" dirty="0" smtClean="0"/>
              <a:t>Huang</a:t>
            </a:r>
          </a:p>
          <a:p>
            <a:r>
              <a:rPr lang="en-US" dirty="0" smtClean="0"/>
              <a:t>Dec 23,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4572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31</TotalTime>
  <Words>159</Words>
  <Application>Microsoft Macintosh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Gill Sans MT</vt:lpstr>
      <vt:lpstr>Arial</vt:lpstr>
      <vt:lpstr>Gallery</vt:lpstr>
      <vt:lpstr>Zypher Agent AI Search Engine with context</vt:lpstr>
      <vt:lpstr>Agenda</vt:lpstr>
      <vt:lpstr>Structure </vt:lpstr>
      <vt:lpstr>How to run the project </vt:lpstr>
      <vt:lpstr>Demo + Test</vt:lpstr>
      <vt:lpstr>Improvement</vt:lpstr>
      <vt:lpstr>Thank You!</vt:lpstr>
    </vt:vector>
  </TitlesOfParts>
  <Company/>
  <LinksUpToDate>false</LinksUpToDate>
  <SharedDoc>false</SharedDoc>
  <HyperlinksChanged>false</HyperlinksChanged>
  <AppVersion>15.0029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Zypher Agent</dc:title>
  <dc:creator>Microsoft Office User</dc:creator>
  <cp:lastModifiedBy>Microsoft Office User</cp:lastModifiedBy>
  <cp:revision>4</cp:revision>
  <dcterms:created xsi:type="dcterms:W3CDTF">2025-12-24T09:45:46Z</dcterms:created>
  <dcterms:modified xsi:type="dcterms:W3CDTF">2025-12-24T10:17:52Z</dcterms:modified>
</cp:coreProperties>
</file>